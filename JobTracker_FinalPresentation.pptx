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1887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94360" y="2286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Web Application Engineering — Week 10 Final Presentation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288036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  ·  Aden  ·  Darrell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via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Authlib — no passwords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8686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JobApplication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JobInsight · OAuthIdentity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686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applications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web application that lets job seekers track every application in one place — company, role, status, and notes — with GitHub OAuth (via Authlib) for zero-friction login, a PostgreSQL database with JobApplication, JobInsight, and OAuthIdentity models, and a clean UI accessible from any device.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AWS EC2 · Stable for 3+ days · Built by a 3-person team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45920" cy="914400"/>
          </a:xfrm>
          <a:prstGeom prst="rect">
            <a:avLst/>
          </a:prstGeom>
          <a:solidFill>
            <a:srgbClr val="1C34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914400"/>
            <a:ext cx="1828800" cy="914400"/>
          </a:xfrm>
          <a:prstGeom prst="rect">
            <a:avLst/>
          </a:prstGeom>
          <a:solidFill>
            <a:srgbClr val="1C346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(Reverse Proxy)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914400"/>
            <a:ext cx="1828800" cy="914400"/>
          </a:xfrm>
          <a:prstGeom prst="rect">
            <a:avLst/>
          </a:prstGeom>
          <a:solidFill>
            <a:srgbClr val="1C346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Flask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914400"/>
            <a:ext cx="1828800" cy="914400"/>
          </a:xfrm>
          <a:prstGeom prst="rect">
            <a:avLst/>
          </a:prstGeom>
          <a:solidFill>
            <a:srgbClr val="1C34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914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240280"/>
            <a:ext cx="1828800" cy="822960"/>
          </a:xfrm>
          <a:prstGeom prst="rect">
            <a:avLst/>
          </a:prstGeom>
          <a:solidFill>
            <a:srgbClr val="10293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3017520" cy="685800"/>
          </a:xfrm>
          <a:prstGeom prst="rect">
            <a:avLst/>
          </a:prstGeom>
          <a:solidFill>
            <a:srgbClr val="102035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383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4248" y="132588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87368" y="132588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132588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828800"/>
            <a:ext cx="0" cy="41148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383280"/>
            <a:ext cx="3017520" cy="0"/>
          </a:xfrm>
          <a:prstGeom prst="line">
            <a:avLst/>
          </a:prstGeom>
          <a:noFill/>
          <a:ln w="12700">
            <a:solidFill>
              <a:srgbClr val="FB923C"/>
            </a:solidFill>
            <a:prstDash val="dot"/>
          </a:ln>
        </p:spPr>
      </p:sp>
      <p:sp>
        <p:nvSpPr>
          <p:cNvPr id="21" name="Text 19"/>
          <p:cNvSpPr/>
          <p:nvPr/>
        </p:nvSpPr>
        <p:spPr>
          <a:xfrm>
            <a:off x="1993392" y="713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713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(internal)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9632" y="713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(self-signed cert)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651760"/>
            <a:ext cx="2834640" cy="2148840"/>
          </a:xfrm>
          <a:prstGeom prst="rect">
            <a:avLst/>
          </a:prstGeom>
          <a:solidFill>
            <a:srgbClr val="0F1E38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0175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→ Gunicorn: local socket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→ PostgreSQL: SQLAlchemy 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GitHub: Authlib OAuth 2.0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orchestrates all 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AWS EC2 · us-west-2 · maze-ec2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STACK &amp; DEPLOYMENT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22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822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· Jinja2 templates · BeautifulSoup tested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81912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276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62763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Python · GitHub OAuth · OWASP-style 404 for non-owners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841248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86584"/>
            <a:ext cx="64008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43230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SQLAlchemy ORM · environment-var connection string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8412480" cy="6858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91256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3697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23697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Nginx (reverse proxy) · Gunicorn · self-signed TLS · EC2 t2.micro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8412480" cy="68580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95928"/>
            <a:ext cx="64008" cy="68580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0416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Playwright E2E · pytest client-side · TESTING=True backdoor gated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to walk through: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Land on the home page — unauthenticated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03704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70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Click 'Login with GitHub' — OAuth flow in 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715768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157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Dashboard loads — empty or seeded 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227832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783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Add a new application (company, role, status, notes)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739896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989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Edit an existing entry — verify OWASP-style 404 for non-owner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251960"/>
            <a:ext cx="7772400" cy="438912"/>
          </a:xfrm>
          <a:prstGeom prst="rect">
            <a:avLst/>
          </a:prstGeom>
          <a:solidFill>
            <a:srgbClr val="1A3160"/>
          </a:solidFill>
          <a:ln w="12700">
            <a:solidFill>
              <a:srgbClr val="2A4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Delete an entry — confirm 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submitted on Canvas before class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+ Client-Side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templates &amp; BeautifulSoup tests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 suite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(nginx/gunicorn/Docker/TLS)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36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&amp; OWASP 404 enforcement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858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Coordinator: repo, milestones,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432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&amp; Security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schemas: User, JobApplication, JobInsight, OAuthIdentity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 &amp; PostgreSQL setup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(Week 8 aden-hardening)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236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858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777240"/>
            <a:ext cx="27432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Darrell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&amp; application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via Authlib (week7-oauth branch)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 structure &amp; UI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236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integration &amp; testing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858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5–7 milestone documentation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workflow: feature branches → PR review → merge to main · GitHub org: course-506-high-flyers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40690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Worked Well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0690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made local dev → production parity easy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40690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simplified auth; no password handling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615184"/>
            <a:ext cx="40690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3347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caught a real redirect bug before final demo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328416"/>
            <a:ext cx="40690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46704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gunicorn combo was rock-solid under 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041648"/>
            <a:ext cx="40690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59936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Feature-branch workflow kept conflicts manageable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069080" cy="3657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77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We'd Do Differently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0690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0700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TLS cert triggers browser warnings — use Let's Encrypt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901952"/>
            <a:ext cx="40690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2024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TESTING=True backdoor useful in dev, but needs tighter scoping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615184"/>
            <a:ext cx="40690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3347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staging environment — broke prod once merging directly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328416"/>
            <a:ext cx="40690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46704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secrets ended up in .env.example; should be in Vault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041648"/>
            <a:ext cx="406908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059936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were thin — more coverage on edge cases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REFLECTION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8503920" cy="128016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64008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2471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Boilerplate: Flask routes, SQLAlchemy models, Jinja2 templates — fast first drafts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Playwright async timing issues, OAuth callback edge cases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Nginx/gunicorn config — AI got us to a working baseline quickly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8503920" cy="12801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94560"/>
            <a:ext cx="64008" cy="1280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Didn't Help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EC2-specific networking quirks — AI gave generic AWS advice, not instance-level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environment configs that conflicted with our Docker Compose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— AI output was valid but missed our specific Nginx scope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8503920" cy="1280160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11880"/>
            <a:ext cx="64008" cy="12801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Got in the 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95935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Over-engineered the DB schema twice — had to simplify back to basics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confident about an OAuth flow step that was just wrong for our provider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544568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Tempted us to add features (caching, queuing) we had no time to test properly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AI accelerated scaffolding but engineering judgment — and real testing — caught what it got wrong.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27432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77724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28016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1783080"/>
            <a:ext cx="384048" cy="384048"/>
          </a:xfrm>
          <a:prstGeom prst="rect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594360" y="192024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436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https://35.86.191.136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1168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course-506-high-flyers / job-tracker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 · Aden · Darrell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Application Tracker — Final Presentation</dc:title>
  <dc:subject>PptxGenJS Presentation</dc:subject>
  <dc:creator>PptxGenJS</dc:creator>
  <cp:lastModifiedBy>PptxGenJS</cp:lastModifiedBy>
  <cp:revision>1</cp:revision>
  <dcterms:created xsi:type="dcterms:W3CDTF">2026-06-06T20:13:01Z</dcterms:created>
  <dcterms:modified xsi:type="dcterms:W3CDTF">2026-06-06T20:13:01Z</dcterms:modified>
</cp:coreProperties>
</file>